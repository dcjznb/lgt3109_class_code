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23"/>
  </p:normalViewPr>
  <p:slideViewPr>
    <p:cSldViewPr snapToGrid="0">
      <p:cViewPr>
        <p:scale>
          <a:sx n="190" d="100"/>
          <a:sy n="190" d="100"/>
        </p:scale>
        <p:origin x="19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24DD-B3FE-51D9-6403-5EB5FE887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97F40-E920-55E5-E804-E663908DA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9EED6-1FA3-F5E2-049F-68C194DB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3176-6A94-56FA-D669-E2DCE0B1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3BBD-FEFB-98D4-29D6-3603B907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0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C5F6-3EBA-33D5-7BCB-B3A2EA08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35A8-CAF7-B8F9-3575-70C9EA250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B31E-5E04-0A47-03EF-FE1762C5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773EB-12DD-749D-9666-2B19642A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1B8ED-C681-0870-3608-07DDDEC9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2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8546-E8CF-BF2D-CC4B-285DA264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665AF-8724-8208-36BB-D763C9481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E527-C903-FD24-FBC6-CE70AA97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71AB2-9AEF-2610-F205-FCC9FF46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0455E-8C4D-A111-1CA8-31E267F8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6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A256-063C-5407-45AB-8FC089DF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6DB3-B08D-32AC-C501-B9B7C86CD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1D9D4-5EA5-B885-9162-A422BA1BF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FE255-6B63-C80C-6671-80AA414C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2089A-C753-AAFD-A462-4E41B08F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43669-F90E-E6ED-B301-B52E949F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3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BF82-6217-5462-0A29-6E42CD1D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F4E85-92AD-4A00-AA81-98209AAC8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B34B5-6C90-80A7-08BD-AC76BC8EC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7E377-150F-A746-5F26-E91064C3B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612F2-F873-6C30-E2B7-3218E36EE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B248A-7D08-D642-6B6B-8D64DFDE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B4A92-6F3F-18F9-EEDF-0F66A2A0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64C3C-8CD0-3EBC-D39A-88F47957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3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40F1-6E20-C4D0-49BB-BA407060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45E5-9079-556B-497B-9D5EEDED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E6EBE-60FE-642F-3860-5158E300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B8840-048C-490D-7645-BBAC8878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972D80-3B2C-E458-EAAC-E9C711C1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06B97-3B91-5546-23BF-D4B3A5CA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9D5CE-DD8F-C9F6-EBE1-4AAA3673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6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50F7-4DF2-6FD0-B8F5-3D9687019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C4306-D4CC-BAD0-56EA-048A4C57D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6D92E-724D-52C6-ACAD-88C7F8740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54EE-06C7-C040-E75D-371E5875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C3DA0-8B59-570D-30F8-B978914B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F833A-E657-6CCF-56D5-F4FE3330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4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9BAC6-2E62-47EA-C502-84F4A78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236B4-13E7-7266-DFC3-6CCF6B5EC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A0FC1-ECDC-FA8F-056E-0054FF4C0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53867-DC00-4A2F-685F-A2DF4140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241E8-56B8-3DA8-3450-E6A500C4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A9556-99DC-456F-2725-05026C94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5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D0AB-A677-8BAC-ED2D-FFA987FA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A5915-D664-279A-BAC8-60FD36B5C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D204E-9967-D9BD-F81C-D9A87A1B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E4A73-2DD5-C57E-4A51-9C163277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D6EEC-3591-2E0F-4661-9EAD7BB4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32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A2F0CD-F4ED-BCCD-41B2-0CF509F91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BABE3-9034-5ACA-3B5A-B5A187D85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4C93E-E223-16D1-6D7A-1A37F6DD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8FAD7-8BD0-2ACE-03E6-3BDD23E6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AE956-AD59-959E-69A7-DF855DE9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7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B7AB9-B32B-A6D9-51B0-BCBB7057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3E1D7-7D42-6406-A38D-B256AFAF0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EB61-3911-40A2-6388-A5B3CAE53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0E3A9-07B1-D34C-A3F1-C28F911B3FE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FB2EE-5E74-9936-58F4-103416724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A556-6EDF-B00F-5BD0-689EDB949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9495B-BE09-CB4C-BB52-D40917CFB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2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91F4FE0B-F5D1-E57C-8FC4-8B24A28014D8}"/>
              </a:ext>
            </a:extLst>
          </p:cNvPr>
          <p:cNvSpPr/>
          <p:nvPr/>
        </p:nvSpPr>
        <p:spPr>
          <a:xfrm>
            <a:off x="3219719" y="154547"/>
            <a:ext cx="4958366" cy="83068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Quantity1 &gt; Quantity 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F74025-C928-2B68-194C-244840445868}"/>
              </a:ext>
            </a:extLst>
          </p:cNvPr>
          <p:cNvCxnSpPr>
            <a:stCxn id="4" idx="2"/>
          </p:cNvCxnSpPr>
          <p:nvPr/>
        </p:nvCxnSpPr>
        <p:spPr>
          <a:xfrm flipH="1">
            <a:off x="4089042" y="985234"/>
            <a:ext cx="1609860" cy="965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D9FFB9-147E-5DC5-9318-942B6B3D2B87}"/>
              </a:ext>
            </a:extLst>
          </p:cNvPr>
          <p:cNvCxnSpPr>
            <a:stCxn id="4" idx="2"/>
          </p:cNvCxnSpPr>
          <p:nvPr/>
        </p:nvCxnSpPr>
        <p:spPr>
          <a:xfrm>
            <a:off x="5698902" y="985234"/>
            <a:ext cx="1700011" cy="99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3E0D8A-9EB8-E02A-4491-885B1C4CC3A4}"/>
              </a:ext>
            </a:extLst>
          </p:cNvPr>
          <p:cNvSpPr txBox="1"/>
          <p:nvPr/>
        </p:nvSpPr>
        <p:spPr>
          <a:xfrm>
            <a:off x="4089042" y="1179352"/>
            <a:ext cx="6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78BD8A-5890-85D2-BC0F-AE4D762E91EB}"/>
              </a:ext>
            </a:extLst>
          </p:cNvPr>
          <p:cNvSpPr txBox="1"/>
          <p:nvPr/>
        </p:nvSpPr>
        <p:spPr>
          <a:xfrm>
            <a:off x="6645498" y="1179352"/>
            <a:ext cx="75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0C1494-3053-2AAE-83B7-9AA403389818}"/>
              </a:ext>
            </a:extLst>
          </p:cNvPr>
          <p:cNvSpPr/>
          <p:nvPr/>
        </p:nvSpPr>
        <p:spPr>
          <a:xfrm>
            <a:off x="927278" y="1951149"/>
            <a:ext cx="3715555" cy="13136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Print(‘Business unit 1 submits a higher shipping quantity of’ , Quantity 1.)</a:t>
            </a:r>
          </a:p>
          <a:p>
            <a:pPr algn="ctr"/>
            <a:endParaRPr lang="en-US" dirty="0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C09D6A8D-AE15-BADB-AAD6-D05BD04C5293}"/>
              </a:ext>
            </a:extLst>
          </p:cNvPr>
          <p:cNvSpPr/>
          <p:nvPr/>
        </p:nvSpPr>
        <p:spPr>
          <a:xfrm>
            <a:off x="6317088" y="1661375"/>
            <a:ext cx="4900411" cy="126213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Quantity 1 &lt; Quantity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BBE1F0-04B3-3AC3-487A-FB96AD98AA93}"/>
              </a:ext>
            </a:extLst>
          </p:cNvPr>
          <p:cNvCxnSpPr/>
          <p:nvPr/>
        </p:nvCxnSpPr>
        <p:spPr>
          <a:xfrm flipH="1">
            <a:off x="6096000" y="2607972"/>
            <a:ext cx="1502535" cy="1764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40B512-D328-C451-0AD5-D4A0CAABF917}"/>
              </a:ext>
            </a:extLst>
          </p:cNvPr>
          <p:cNvCxnSpPr>
            <a:cxnSpLocks/>
          </p:cNvCxnSpPr>
          <p:nvPr/>
        </p:nvCxnSpPr>
        <p:spPr>
          <a:xfrm>
            <a:off x="9717110" y="2691685"/>
            <a:ext cx="0" cy="1996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7DF0DAA-C3A2-F214-562C-E6D2150CF4AB}"/>
              </a:ext>
            </a:extLst>
          </p:cNvPr>
          <p:cNvSpPr/>
          <p:nvPr/>
        </p:nvSpPr>
        <p:spPr>
          <a:xfrm>
            <a:off x="3219719" y="4372377"/>
            <a:ext cx="3834685" cy="13909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Print(‘Business unit 2 submits a higher shipping quantity of’ , Quantity 2.)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7660A9-1CC2-B809-70BA-B20CEBF4DF95}"/>
              </a:ext>
            </a:extLst>
          </p:cNvPr>
          <p:cNvSpPr txBox="1"/>
          <p:nvPr/>
        </p:nvSpPr>
        <p:spPr>
          <a:xfrm>
            <a:off x="6317088" y="3059668"/>
            <a:ext cx="65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DCD9C9-A3DF-4A8B-7EBA-6D520B669F5C}"/>
              </a:ext>
            </a:extLst>
          </p:cNvPr>
          <p:cNvSpPr txBox="1"/>
          <p:nvPr/>
        </p:nvSpPr>
        <p:spPr>
          <a:xfrm>
            <a:off x="9813701" y="3244334"/>
            <a:ext cx="73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18192-3DC3-33CD-0686-452C47F5D4D6}"/>
              </a:ext>
            </a:extLst>
          </p:cNvPr>
          <p:cNvSpPr/>
          <p:nvPr/>
        </p:nvSpPr>
        <p:spPr>
          <a:xfrm>
            <a:off x="8203842" y="4687910"/>
            <a:ext cx="3026536" cy="1468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Print(‘Both units submit</a:t>
            </a:r>
            <a:r>
              <a:rPr lang="zh-CN" altLang="en-US" dirty="0"/>
              <a:t> </a:t>
            </a:r>
            <a:r>
              <a:rPr lang="en-US" altLang="zh-CN" dirty="0"/>
              <a:t>the same shipping quantity.’)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070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A36D5D24-0AEB-9E0C-F48B-E7E762248BD5}"/>
              </a:ext>
            </a:extLst>
          </p:cNvPr>
          <p:cNvSpPr/>
          <p:nvPr/>
        </p:nvSpPr>
        <p:spPr>
          <a:xfrm>
            <a:off x="2885940" y="186744"/>
            <a:ext cx="6420119" cy="1088265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Quantity 1 &gt;= Quantity 2 and Quantity 1 &gt;= Quantity 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D33437-B6D3-1814-9FC9-25DE04B474A3}"/>
              </a:ext>
            </a:extLst>
          </p:cNvPr>
          <p:cNvCxnSpPr/>
          <p:nvPr/>
        </p:nvCxnSpPr>
        <p:spPr>
          <a:xfrm>
            <a:off x="3561008" y="862885"/>
            <a:ext cx="0" cy="2189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2AAE62-C7E7-9D92-ACD7-202D0F10C422}"/>
              </a:ext>
            </a:extLst>
          </p:cNvPr>
          <p:cNvCxnSpPr/>
          <p:nvPr/>
        </p:nvCxnSpPr>
        <p:spPr>
          <a:xfrm>
            <a:off x="7946265" y="978794"/>
            <a:ext cx="0" cy="2079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4F58D-D2BD-E987-93B3-2FDA8990E7CB}"/>
              </a:ext>
            </a:extLst>
          </p:cNvPr>
          <p:cNvSpPr txBox="1"/>
          <p:nvPr/>
        </p:nvSpPr>
        <p:spPr>
          <a:xfrm>
            <a:off x="2885940" y="1766484"/>
            <a:ext cx="72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61ECC-66BF-6FBA-9262-27F3D2C56F47}"/>
              </a:ext>
            </a:extLst>
          </p:cNvPr>
          <p:cNvSpPr txBox="1"/>
          <p:nvPr/>
        </p:nvSpPr>
        <p:spPr>
          <a:xfrm>
            <a:off x="8046720" y="1834097"/>
            <a:ext cx="104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E35E05-0BDD-9A43-C452-AB450E347F49}"/>
              </a:ext>
            </a:extLst>
          </p:cNvPr>
          <p:cNvSpPr/>
          <p:nvPr/>
        </p:nvSpPr>
        <p:spPr>
          <a:xfrm>
            <a:off x="489859" y="3058732"/>
            <a:ext cx="4376055" cy="116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Print(‘Business unit 1 submits the highest shipping quantity of’, Quantity 1)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693D296-5E79-1AD8-C52A-A77DBAA4B7F2}"/>
              </a:ext>
            </a:extLst>
          </p:cNvPr>
          <p:cNvSpPr/>
          <p:nvPr/>
        </p:nvSpPr>
        <p:spPr>
          <a:xfrm>
            <a:off x="5476603" y="3013012"/>
            <a:ext cx="5894614" cy="116912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Quantity 2 &gt;=Quantity 1 and Quantity 2 &gt;= Quantity 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71C1A3-23F1-0E21-AA42-BE18C3A11973}"/>
              </a:ext>
            </a:extLst>
          </p:cNvPr>
          <p:cNvCxnSpPr/>
          <p:nvPr/>
        </p:nvCxnSpPr>
        <p:spPr>
          <a:xfrm>
            <a:off x="6302829" y="3814354"/>
            <a:ext cx="0" cy="1822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2BDAF6-4594-87E9-C3D6-0546135CE44E}"/>
              </a:ext>
            </a:extLst>
          </p:cNvPr>
          <p:cNvCxnSpPr>
            <a:cxnSpLocks/>
          </p:cNvCxnSpPr>
          <p:nvPr/>
        </p:nvCxnSpPr>
        <p:spPr>
          <a:xfrm>
            <a:off x="9980023" y="3905794"/>
            <a:ext cx="0" cy="1874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1ED7C3B-EB72-2C4F-5F5E-FEED990D0AFA}"/>
              </a:ext>
            </a:extLst>
          </p:cNvPr>
          <p:cNvSpPr/>
          <p:nvPr/>
        </p:nvSpPr>
        <p:spPr>
          <a:xfrm>
            <a:off x="4417568" y="5636623"/>
            <a:ext cx="3770521" cy="8490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Print(‘Business unit 2 submits the highest shipping quantity of’, Quantity 2)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F17DE0-7DF9-9489-E140-BCB0CFBC1A97}"/>
              </a:ext>
            </a:extLst>
          </p:cNvPr>
          <p:cNvSpPr/>
          <p:nvPr/>
        </p:nvSpPr>
        <p:spPr>
          <a:xfrm>
            <a:off x="8572500" y="5780314"/>
            <a:ext cx="3408829" cy="8490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Print(‘Business unit 3 1 submits the highest shipping quantity of’, Quantity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C16FE-69D6-B3D1-A784-631E8CE1E894}"/>
              </a:ext>
            </a:extLst>
          </p:cNvPr>
          <p:cNvSpPr txBox="1"/>
          <p:nvPr/>
        </p:nvSpPr>
        <p:spPr>
          <a:xfrm>
            <a:off x="5583767" y="4558631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F6DE52-329C-0FC8-6C8A-0E061F5D2549}"/>
              </a:ext>
            </a:extLst>
          </p:cNvPr>
          <p:cNvSpPr txBox="1"/>
          <p:nvPr/>
        </p:nvSpPr>
        <p:spPr>
          <a:xfrm>
            <a:off x="10150033" y="4658388"/>
            <a:ext cx="8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2323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126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DAI, Ci Jun [Student]</dc:creator>
  <cp:lastModifiedBy>DAI, Ci Jun [Student]</cp:lastModifiedBy>
  <cp:revision>1</cp:revision>
  <dcterms:created xsi:type="dcterms:W3CDTF">2025-09-16T13:55:16Z</dcterms:created>
  <dcterms:modified xsi:type="dcterms:W3CDTF">2025-09-16T14:51:48Z</dcterms:modified>
</cp:coreProperties>
</file>